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571320" y="602280"/>
            <a:ext cx="9938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Master Applied Artificial Intelligence Expert Workshops –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571320" y="1078560"/>
            <a:ext cx="93704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Session 1 Lecturers Michiel Bontenbal , MSc Rick van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571320" y="5619600"/>
            <a:ext cx="11049480" cy="19440"/>
          </a:xfrm>
          <a:custGeom>
            <a:avLst/>
            <a:gdLst/>
            <a:ahLst/>
            <a:rect l="0" t="0" r="r" b="b"/>
            <a:pathLst>
              <a:path w="30693" h="54">
                <a:moveTo>
                  <a:pt x="0" y="0"/>
                </a:moveTo>
                <a:lnTo>
                  <a:pt x="30693" y="0"/>
                </a:lnTo>
                <a:lnTo>
                  <a:pt x="3069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71320" y="1554840"/>
            <a:ext cx="47358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Kersbergen, MSc {#slide-1}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571320" y="2393280"/>
            <a:ext cx="3089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Agenda {#slide-2}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71320" y="3060360"/>
            <a:ext cx="4782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::: {.smartart .vProcess5 layout=“vProcess5”} :::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71320" y="3574080"/>
            <a:ext cx="87789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Introduction Tech Workshop Curriculum {#slide-3}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71320" y="4421880"/>
            <a:ext cx="11786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Slide 4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71320" y="5088960"/>
            <a:ext cx="2743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No. Date Lecturer Subjects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71320" y="5908320"/>
            <a:ext cx="9993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1 Thu ? Sep Rick + Michiel AI assisted coding, Data exploration, Faces 2 Thu ? Sep Michiel Object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571320" y="6251040"/>
            <a:ext cx="99630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Detection, Video, CNN advanced 3 Thu ? Sep Rick Evaluations, Build an app  4 Thu ? Sep Michiel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71320" y="6594120"/>
            <a:ext cx="11034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a1a2e"/>
                </a:solidFill>
                <a:latin typeface="Arial"/>
                <a:ea typeface="Arial"/>
              </a:rPr>
              <a:t>Embeddings (SSL, CLIP, Search) &amp;  preparation tech reviews 5 Thu ? Oct Rick + Michiel Tech reviews 6 Thu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 / 1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